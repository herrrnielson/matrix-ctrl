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164592" cy="164592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09728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828800"/>
            <a:ext cx="164592" cy="164592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46304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103120"/>
            <a:ext cx="164592" cy="164592"/>
          </a:xfrm>
          <a:prstGeom prst="ellipse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371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MatrixCube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9B4FA"/>
                </a:solidFill>
              </a:rPr>
              <a:t>Arduino Library für den 3×3×3 LED-Würfel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429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6ADC8"/>
                </a:solidFill>
              </a:rPr>
              <a:t>Schulprojekt  ·  Arduino Nano  ·  C++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Inhalt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11430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704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Wie der Würfel funktioniert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4591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Multiplexing &amp; LED-Puffer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5486400" cy="11430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963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963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Aufbau der 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718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Templates, Basisklasse, ISR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5486400" cy="11430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221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2219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Initialisierung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begin()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74920"/>
            <a:ext cx="5486400" cy="11430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480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1480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Einzelne LEDs steuern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62355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setLed, getLed, toggleLed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97280"/>
            <a:ext cx="5486400" cy="11430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1704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1704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Gruppen füllen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64591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fillAll, clear, fillLayer, fillBox, fillShell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423160"/>
            <a:ext cx="5486400" cy="11430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4963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9631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Formen zeichnen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9718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drawEdges, drawPlane, drawPillar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39"/>
            <a:ext cx="5486400" cy="11430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822191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82219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Verschieben &amp; Spiegeln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297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shift, mirror, copyLayer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74920"/>
            <a:ext cx="5486400" cy="114300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1480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1480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Verschiedene Würfelgrößen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562355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Template-Parameter 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313244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Wie der Würfel funktioniert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ADC8"/>
                </a:solidFill>
              </a:rPr>
              <a:t>Multiplexing &amp; der LED-Puffer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Das Multiplexing-Prinzip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27 LEDs, aber nur 12 Pins — das geht mit Multiplexing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9 vertikale Pins (vPins) schalten die Spalten in einer Ebene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3 horizontale Pins (hPins) schalten eine Ebene komplett ein/aus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Es leuchtet immer nur EINE Ebene gleichzeitig — aber so schnell,
dass das Auge alle drei als gleichzeitig wahrnimmt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Der Timer-Interrupt wechselt ~600× pro Sekunde die aktive Ebene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Das Auge braucht &gt;50 ms um ein Flackern zu sehen — 1.6 ms ist unsichtbar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577840" cy="36576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61288"/>
            <a:ext cx="5303520" cy="3438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Ebene 0 aktiv: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hPin[0] = HIGH  ← Ebene 0 an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hPin[1] = LOW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hPin[2] = LOW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vPin[0..8] = Werte aus _led[0]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1.6 ms spaeter: Ebene 1 aktiv: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hPin[0] = LOW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hPin[1] = HIGH  ← Ebene 1 an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vPin[0..8] = Werte aus _led[1]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... und so weiter im Kreis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Der LED-Puffer _led[N][N][N]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_led ist ein 3D-Array im RAM des Arduino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Index: _led[Ebene][Y][Z] — jeder Wert ist 0 (aus) oder 1 (an)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Alle Steuerfunktionen schreiben NUR in dieses Array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Der Timer-ISR liest das Array und gibt es auf die Pins aus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Ebene 0 = unten, Ebene N-1 = oben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38BA8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Wichtig: cli()/sei() schützen das Array vor gleichzeitigem
Zugriff durch Hauptprogramm und ISR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577840" cy="32004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61288"/>
            <a:ext cx="5303520" cy="2980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_led[Ebene][Y][Z]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_led[0][0][0]  // unten, vorne links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_led[1][1][1]  // Mitte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_led[2][2][2]  // oben, hinten rechts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RAM-Verbrauch: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N=3 -&gt;  27 Byte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N=4 -&gt;  64 Byte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N=5 -&gt; 125 Byte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Nano hat 2048 Byte 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313244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Aufbau der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ADC8"/>
                </a:solidFill>
              </a:rPr>
              <a:t>Templates, Basisklasse, ISR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Dateistruktur der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MatrixCube.h  — Alle Funktionen deklariert + Template-Implementierung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MatrixCube.cpp — Nur der Timer-Interrupt und der globale Zeiger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examples/BasicDemo/    — Einfaches Demo-Programm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examples/Animations/  — Verschiedene Animationen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library.properties     — Metadaten für die Arduino 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keywords.txt           — Farb-Highlighting in der 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577840" cy="384048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61288"/>
            <a:ext cx="5303520" cy="3621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Benutzung: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#include &lt;MatrixCube.h&gt;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uint8_t vPins[9] = {4,5,6,7,8,9,10,11,12};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uint8_t hPins[3] = {13, 3, 2};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&lt;3&gt; = Wuerfelgroesse (Template-Parameter)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MatrixCube&lt;3&gt; cube(vPins, hPins);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void setup() { cube.begin(); }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void loop()  { cube.fillAll(); delay(500);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             cube.clear();   delay(500);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Templates — warum und wie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Templates sind ein 'Bauplan' — der Compiler erzeugt den fertigen
Code erst wenn du den Parameter angibst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template &lt;uint8_t N&gt;  →  N ist die Seitenlänge des Würfels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MatrixCube&lt;3&gt;  →  Compiler ersetzt alle N durch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MatrixCube&lt;4&gt;  →  Compiler ersetzt alle N durch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Alle Array-Größen (_led[N][N][N], vPin[N*N]) werden zur
Kompilierzeit berechnet — kein dynamischer Speicher nötig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41148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61288"/>
            <a:ext cx="5303520" cy="3895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Template-Deklaration: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template &lt;uint8_t N&gt;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class MatrixCube : public MatrixCubeBase {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volatile uint8_t _led[N][N][N];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uint8_t _vPin[N * N];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uint8_t _hPin[N];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...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Zwei verschiedene Instanzen moeglich: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MatrixCube&lt;3&gt; kleinerWuerfel(v3, h3);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MatrixCube&lt;4&gt; grosserWuerfel(v4, h4);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Basisklasse &amp; ISR — das Verbindungsstück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38BA8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Problem: Der Timer-ISR ist eine normale C-Funktion — sie kennt
keinen Template-Typ wie MatrixCube&lt;3&gt;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Lösung: abstrakte Basisklasse MatrixCubeBase mit virtual _isr()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MatrixCube&lt;N&gt; erbt von MatrixCubeBase und überschreibt _isr()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Der globale Zeiger _cubeInstance zeigt auf MatrixCubeBase* —
C++ findet automatisch die richtige _isr()-Version (Polymorphismus)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cli()/sei() in allen Schreibfunktionen verhindern Datenkonflikte
zwischen ISR und Hauptprogramm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475488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61288"/>
            <a:ext cx="5303520" cy="4535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Basisklasse: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class MatrixCubeBase {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virtual void _isr() = 0;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ISR (in MatrixCube.cpp):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MatrixCubeBase* _cubeInstance = nullptr;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ISR(TIMER1_COMPA_vect) {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if (_cubeInstance != nullptr)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_cubeInstance-&gt;_isr();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begin() registriert die Instanz: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_cubeInstance = this;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313244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Initialisierung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ADC8"/>
                </a:solidFill>
              </a:rPr>
              <a:t>begin()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begin() — Einmalig in setup() aufrufen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Setzt alle N×N vertikale Pins auf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Setzt alle N horizontale Pins auf OUTPUT und LOW (alle Ebenen aus)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Speichert 'this' im globalen _cubeInstance — damit der ISR die
Klasse findet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Konfiguriert Timer1: CTC-Modus, Prescaler 256, OCR1A=103
→ 16 MHz / 256 / 104 ≈ 600 Interrupts/Sekunde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cli() vor Timer-Konfiguration, sei() danach — verhindert
Störungen während des Setups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50292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61288"/>
            <a:ext cx="530352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9B4FA"/>
                </a:solidFill>
                <a:latin typeface="Courier New"/>
              </a:rPr>
              <a:t>void MatrixCube&lt;N&gt;::begin() {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for (i = 0; i &lt; N*N; i++)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pinMode(_vPin[i], OUTPUT);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for (i = 0; i &lt; N; i++) {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pinMode(_hPin[i], OUTPUT);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digitalWrite(_hPin[i], LOW);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_cubeInstance = this;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cli();           // Interrupts aus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OCR1A = 103;     // Zaehler-Ziel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TCCR1B |= (1 &lt;&lt; WGM12);  // CTC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TCCR1B |= (1 &lt;&lt; CS12);   // /256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TIMSK1 |= (1 &lt;&lt; OCIE1A); // IRQ an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sei();           // Interrupts ein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313244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Einzelne LEDs steuern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ADC8"/>
                </a:solidFill>
              </a:rPr>
              <a:t>setLed · getLed · toggleLed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setLed(x, y, z,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Setzt eine einzelne LED an Position (Ebene x, Y=y, Z=z)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state: LED_ON (1), LED_OFF (0) oder LED_TOGGLE (-1)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clamp() begrenzt alle Koordinaten auf 0..N-1
→ verhindert Array-Überlauf (Speicherfehler in C++)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cli()/sei() schützen den Schreibzugriff auf _led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applyState() wendet den state-Wert auf die LED-Variable 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Standardwert ist LED_ON — setLed(0,0,0) reicht aus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577840" cy="530352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61288"/>
            <a:ext cx="5303520" cy="508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Einschalten: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cube.setLed(0, 0, 0, LED_ON);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cube.setLed(0, 0, 0);        // gleich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Ausschalten: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cube.setLed(2, 1, 0, LED_OFF);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Umschalten: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cube.setLed(1, 1, 1, LED_TOGGLE);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void setLed(x, y, z, state) {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x = clamp(x);  // max. N-1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cli();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applyState(_led[x][y][z], state);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sei();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getLed() &amp; toggleLed()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getLed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Gibt den aktuellen Zustand zurück (true = an, false = aus)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Liest einfach _led[x][y][z] — kein cli() nötig, da das Lesen
eines einzelnen Bytes auf AVR unteilbar (atomar) 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Nützlich um Entscheidungen vom LED-Zustand abhängig zu machen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toggleLed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Kürzel für setLed(x, y, z, LED_TOGGLE)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Ruft intern nur setLed() auf — kein eigener Code dahinter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0176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0176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Praktisch für Blink-Effekte in einer Schleife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51560"/>
            <a:ext cx="5577840" cy="50292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161288"/>
            <a:ext cx="530352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getLed: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bool an = cube.getLed(1, 1, 1);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if (an) {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cube.setLed(1,1,1, LED_OFF);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toggleLed: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cube.toggleLed(0, 0, 0);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identisch mit: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cube.setLed(0, 0, 0, LED_TOGGLE);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Blink-Effekt: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for (int i = 0; i &lt; 10; i++) {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cube.toggleLed(1, 1, 1);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delay(200);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313244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Gruppen füllen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ADC8"/>
                </a:solidFill>
              </a:rPr>
              <a:t>fillAll · clear · fillLayer · fillBox · fillShell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fillAll() &amp; clear()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fillAll()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Schaltet alle N³ LEDs 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clear()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Schaltet alle N³ LEDs aus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Beide sind nur Abkürzungen für fillBox() mit dem kompletten Bereich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fillAll() = fillBox(0, N-1, 0, N-1, 0, N-1, LED_ON)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clear()   = fillBox(0, N-1, 0, N-1, 0, N-1, LED_OFF)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clear() am Anfang jeder Animation ist gute Praxis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577840" cy="164592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61288"/>
            <a:ext cx="5303520" cy="1426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E3A1"/>
                </a:solidFill>
                <a:latin typeface="Courier New"/>
              </a:rPr>
              <a:t>cube.fillAll();   // alle 27 LEDs an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delay(500);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cube.clear();     // alle aus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delay(200);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fillLayer(layer,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Setzt alle N² LEDs einer kompletten horizontalen Ebene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layer: 0 = unterste Ebene, N-1 = oberste Ebene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state: LED_ON, LED_OFF oder LED_TOGGLE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Intern: fillBox(layer, layer, 0, N-1, 0, N-1, state)
→ X-Bereich auf eine Ebene eingeschränkt, Y und Z komplett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Gut für Ebenen-Animationen: Ebene hochscrollen, aufleuchten lassen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41148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61288"/>
            <a:ext cx="5303520" cy="3895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Jede Ebene kurz aufleuchten: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for (uint8_t i = 0; i &lt; 3; i++) {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cube.fillLayer(i, LED_ON);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delay(300);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cube.fillLayer(i, LED_OFF);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void fillLayer(layer, state) {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fillBox(layer, layer,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      0, N-1,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      0, N-1, state);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fillBox(xl, xu, yl, yu, zl, zu,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Die universellste Füll-Funktion — setzt alle LEDs in einem
rechteckigen 3D-Bereich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Alle anderen Fill-Funktionen rufen intern fillBox() auf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Parameter: untere und obere Grenze für jede Achse (inklusive)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Drei verschachtelte Schleifen: x von xl..xu, y von yl..yu, z von zl..zu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Alles zwischen cli()/sei() — der ISR sieht immer einen
konsistenten Zustand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50292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61288"/>
            <a:ext cx="530352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Untere Haelfte einschalten: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cube.fillBox(0, 1,  0, 2,  0, 2,  LED_ON);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Nur einen Streifen in der Mitte: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cube.fillBox(0, 2,  1, 1,  0, 2,  LED_ON);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Innerer 1x1x1-Kern: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cube.fillBox(1, 1,  1, 1,  1, 1,  LED_ON);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 (vereinfacht):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cli();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for x von xl bis xu: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for y von yl bis yu: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  for z von zl bis zu: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  applyState(_led[x][y][z], state);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sei();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fillShell(state)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Setzt nur die LEDs die auf der Außenfläche des Würfels liegen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Der innere Kern bleibt unverändert (bei N=3: die mittlere LED)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Eine LED ist auf der Schale wenn mindestens eine Koordinate
am Rand liegt: x==0, x==N-1, y==0, y==N-1, z==0 oder z==N-1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Gut kombinierbar mit setLed(N/2, N/2, N/2) für Kern-Effekte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Bei N=3: 26 LEDs auf der Schale, 1 LED im Kern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438912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61288"/>
            <a:ext cx="5303520" cy="4169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Schale an, Kern aus: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cube.fillShell(LED_ON);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cube.setLed(1, 1, 1, LED_OFF);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Schale aus, Kern an: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cube.fillShell(LED_OFF);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cube.setLed(1, 1, 1, LED_ON);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Logik intern: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if (x==0 || x==N-1 ||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y==0 || y==N-1 ||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  z==0 || z==N-1) {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  // auf der Schale -&gt; setzen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313244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Formen zeichnen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ADC8"/>
                </a:solidFill>
              </a:rPr>
              <a:t>drawEdges · drawPlane · drawPillar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drawEdges(state)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Zeichnet die 12 Kanten des Würfels (nur Rand-LEDs)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Ecke = alle 3 Koordinaten am Rand  →  8 Eckpunkte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Kante = genau 2 Koordinaten am Rand  →  bei N=3: Kantenmittelpunkte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Fläche = genau 1 Koordinate am Rand  →  Flächenmitten (nicht gezeichnet)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Kern = keine Koordinate am Rand      →  Körpermitte (nicht gezeichnet)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Der Code zählt die 'Eck-Koordinaten' und zeichnet ab Wert ≥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577840" cy="45720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61288"/>
            <a:ext cx="5303520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E3A1"/>
                </a:solidFill>
                <a:latin typeface="Courier New"/>
              </a:rPr>
              <a:t>cube.drawEdges(LED_ON);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Logik intern: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uint8_t corners = 0;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if (x==0 || x==N-1) corners++;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if (y==0 || y==N-1) corners++;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if (z==0 || z==N-1) corners++;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if (corners &gt;= 2)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applyState(_led[x][y][z], state);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corners == 3 -&gt; Eckpunkt (8 St.)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corners == 2 -&gt; Kante    (12 St.)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corners == 1 -&gt; Flaeche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corners == 0 -&gt; Kern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drawPlane(axis, pos,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Zeichnet eine komplette flache Scheibe durch den Würfel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axis: AXIS_X = horizontal (wie fillLayer), AXIS_Y / AXIS_Z = senkrecht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pos: 0, 1 oder 2 — Position der Scheibe entlang der gewählten Achse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Intern: ruft fillBox() auf mit einer Achse auf genau 'pos' fixiert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AXIS_X entspricht fillLayer() — nur andere Schreibweise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50292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61288"/>
            <a:ext cx="530352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Horizontale Scheiben: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cube.drawPlane(AXIS_X, 0); // unten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cube.drawPlane(AXIS_X, 1); // Mitte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cube.drawPlane(AXIS_X, 2); // oben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Senkrechte Scheiben: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cube.drawPlane(AXIS_Y, 0); // vorne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cube.drawPlane(AXIS_Z, 2); // rechts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 (AXIS_X):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fillBox(pos,pos, 0,N-1, 0,N-1);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 (AXIS_Y):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fillBox(0,N-1, pos,pos, 0,N-1);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 (AXIS_Z):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fillBox(0,N-1, 0,N-1, pos,pos);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drawPillar(axis, a, b,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Zeichnet eine Säule (Linie) durch den kompletten Würfel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axis: Richtung der Säule — AXIS_X, AXIS_Y oder AXIS_Z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a, b: die beiden Koordinaten die festgehalten werden
(die dritte Achse läuft automatisch von 0 bis N-1)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Intern: fillBox() mit zwei Achsen auf je eine Position fixiert,
die Richtungs-Achse läuft von 0 bis N-1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9 Säulen in AXIS_X-Richtung = alle vertikalen Säulen des Würfels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50292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61288"/>
            <a:ext cx="530352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Alle 9 vertikalen Saeulen: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for (uint8_t y = 0; y &lt; 3; y++)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  for (uint8_t z = 0; z &lt; 3; z++)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  cube.drawPillar(AXIS_X, y, z);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Mittelsaeule: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cube.drawPillar(AXIS_X, 1, 1);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 (AXIS_X):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fillBox(0,N-1, a,a, b,b, state);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 (AXIS_Y):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fillBox(a,a, 0,N-1, b,b, state);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 (AXIS_Z):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fillBox(a,a, b,b, 0,N-1, state);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313244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Verschieben &amp; Spiegeln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ADC8"/>
                </a:solidFill>
              </a:rPr>
              <a:t>shift · mirror · copyLayer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shift(axis, dir, wrap)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Verschiebt den gesamten Würfelinhalt um 1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axis: Richtung — AXIS_X (hoch/runter), AXIS_Y, AXIS_Z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dir: +1 (vorwärts) oder -1 (rückwärts)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wrap=false: LEDs die herausfallen verschwinden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wrap=true:  LEDs die herausfallen kommen auf der anderen Seite
wieder herein (Torus/Ring-Effekt)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Intern: Kopie in tmp[], _led auf 0 setzen, dann neue Positionen
berechnen und eintragen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5577840" cy="50292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61288"/>
            <a:ext cx="530352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Ebene von unten nach oben: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cube.fillLayer(0);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for (int i = 0; i &lt; 3; i++) {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cube.shift(AXIS_X, +1);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delay(200);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Kreisende Ebene (Wrap):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cube.fillLayer(0);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for (int i = 0; i &lt; 9; i++) {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  cube.shift(AXIS_X, +1, true);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delay(150);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Wrap-Rechnung intern: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nx = ((nx % N) + N) % N;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mirror(axis) &amp; copyLayer(from, 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mirror()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Spiegelt den Würfelinhalt entlang einer Achse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AXIS_X: oben ↔ unten     AXIS_Y: vorne ↔ hinten     AXIS_Z: links ↔ rechts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Tauscht immer Pärchen: Index 0 ↔ N-1, Index 1 ↔ N-2, usw.
Schleife geht nur bis N/2 — sonst würde zweimal getauscht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copyLayer()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Kopiert eine Ebene auf eine andere (Quelle bleibt unverändert)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43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Praktisch für Animationen: Zustand einfrieren und auf andere Ebene übertragen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00176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E3A1"/>
                </a:solidFill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0176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Zwei Schleifen über Y und Z: _led[to][y][z] = _led[from][y][z]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51560"/>
            <a:ext cx="5577840" cy="502920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161288"/>
            <a:ext cx="530352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Spiegeln: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cube.mirror(AXIS_X); // oben &lt;-&gt; unten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cube.mirror(AXIS_Y); // vorne &lt;-&gt; hinten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Tausch-Logik intern: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for i von 0 bis N/2: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j = N - 1 - i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tausche _led[i] mit _led[j]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Layer kopieren: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cube.copyLayer(0, 2);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Ebene 0 -&gt; Ebene 2 kopieren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Intern: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for y: for z: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>  _led[to][y][z] = _led[from][y][z];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313244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Verschiedene Würfelgrößen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ADC8"/>
                </a:solidFill>
              </a:rPr>
              <a:t>Template-Parameter 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9B4FA"/>
                </a:solidFill>
              </a:rPr>
              <a:t>Andere Würfelgrößen verwenden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9B4FA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Einfach den Template-Parameter &lt;N&gt; ändern — der Rest passt sich 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Mehr Pins nötig: N×N vPins und N hPins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6829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9E2AF"/>
                </a:solidFill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68296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Arduino Nano hat 14 digitale + 6 analoge Pins = 20 gesamt
→ N=4 braucht 16+4=20 Pins — genau möglich!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2666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38BA8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26664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RAM-Verbrauch wächst mit N³ — bei N=5 schon 125 Byte Puffer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85031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6ADC8"/>
                </a:solidFill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1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Timer-Frequenz bleibt gleich, jede Ebene bekommt weniger Zeit
pro Sekunde → bei N&gt;4 kann leichtes Flimmern auftreten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5577840" cy="5303520"/>
          </a:xfrm>
          <a:prstGeom prst="rect">
            <a:avLst/>
          </a:prstGeom>
          <a:solidFill>
            <a:srgbClr val="18182E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161288"/>
            <a:ext cx="5303520" cy="508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6ADC8"/>
                </a:solidFill>
                <a:latin typeface="Courier New"/>
              </a:rPr>
              <a:t>// 3x3x3 (original):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uint8_t vPins[9]  = {4..12};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uint8_t hPins[3]  = {13,3,2};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MatrixCube&lt;3&gt; cube(vPins, hPins);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4x4x4: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uint8_t vPins[16] = {2,3,...,17};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uint8_t hPins[4]  = {18,19,A0,A1};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MatrixCube&lt;4&gt; cube(vPins, hPins);</a:t>
            </a:r>
          </a:p>
          <a:p>
            <a:r>
              <a:rPr sz="12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5x5x5: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uint8_t vPins[25] = { ... }; // 25 Pins!</a:t>
            </a:r>
          </a:p>
          <a:p>
            <a:r>
              <a:rPr sz="1200">
                <a:solidFill>
                  <a:srgbClr val="89B4FA"/>
                </a:solidFill>
                <a:latin typeface="Courier New"/>
              </a:rPr>
              <a:t>uint8_t hPins[5]  = { ... };</a:t>
            </a:r>
          </a:p>
          <a:p>
            <a:r>
              <a:rPr sz="1200">
                <a:solidFill>
                  <a:srgbClr val="A6E3A1"/>
                </a:solidFill>
                <a:latin typeface="Courier New"/>
              </a:rPr>
              <a:t>MatrixCube&lt;5&gt; cube(vPins, hPins);</a:t>
            </a:r>
          </a:p>
          <a:p>
            <a:r>
              <a:rPr sz="1200">
                <a:solidFill>
                  <a:srgbClr val="A6ADC8"/>
                </a:solidFill>
                <a:latin typeface="Courier New"/>
              </a:rPr>
              <a:t>// Achtung: kaum noch Pins frei auf Nano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89B4FA"/>
                </a:solidFill>
              </a:rPr>
              <a:t>Zusammenfassung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36576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486400" cy="123444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Multiplexing lässt 27 LEDs mit nur 12 Pins betreiben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5486400" cy="123444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Der LED-Puffer _led[N][N][N] trennt Logik und Ausgabe sauber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89120"/>
            <a:ext cx="5486400" cy="123444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Timer-ISR sorgt automatisch für flimmerfreie Darstellung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486400" cy="123444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7276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cli()/sei() schützen den Puffer vor gleichzeitigem Zugriff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926080"/>
            <a:ext cx="5486400" cy="123444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3580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Templates machen die Library für beliebige Würfelgrößen nutzbar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389120"/>
            <a:ext cx="5486400" cy="123444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6E3A1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9884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15 Funktionen für einzelne LEDs, Gruppen, Formen und Animationen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